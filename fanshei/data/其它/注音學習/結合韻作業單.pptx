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81813" cy="10002838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7A9D7-2ADF-4B1F-96FC-288A2ABD9BC6}" type="datetimeFigureOut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50888"/>
            <a:ext cx="4997450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8975" y="4751388"/>
            <a:ext cx="5505450" cy="45005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501188"/>
            <a:ext cx="298291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97313" y="9501188"/>
            <a:ext cx="2982912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4AFBA-3DBE-4299-BDAB-10FD5E034B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519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47091-61DA-4953-8F95-5E953D4CC69A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31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D4CFA-D241-4890-908D-CE1D911CA48B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04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769F-CDEE-4E56-93FA-15F6040D95C9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07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4A0E3-CEE9-4FCC-8D52-5AE7F8A7B69A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85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AF5A-7B14-4864-AB05-ABBCEF0C9B6A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21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760A-A07C-48AD-815F-31ADD69E03AC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882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4F68C-1FAC-4F8F-B018-28EE1B1574FC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fld id="{0AC9278F-80D0-48DD-9E93-BF7ED50195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90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C01F-82B7-4F5E-A83C-FB5B195D25B1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100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CC7D-E995-4977-9C86-3169FD66786E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82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047D-2276-41D0-A024-A7C68A3A4667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87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4869-79CC-4BA0-A7A0-F4CA3F52971D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58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52C1F-2A41-4C6A-992F-D45622FE40BF}" type="datetime1">
              <a:rPr lang="zh-TW" altLang="en-US" smtClean="0"/>
              <a:t>2015/5/8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9278F-80D0-48DD-9E93-BF7ED5019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12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290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981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78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78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55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263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01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365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45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925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873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2357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408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007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9357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10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853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520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869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194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850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278F-80D0-48DD-9E93-BF7ED50195C0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50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</Words>
  <Application>Microsoft Office PowerPoint</Application>
  <PresentationFormat>如螢幕大小 (4:3)</PresentationFormat>
  <Paragraphs>22</Paragraphs>
  <Slides>22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3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aday-laptop</dc:creator>
  <cp:lastModifiedBy>aday aday</cp:lastModifiedBy>
  <cp:revision>2</cp:revision>
  <cp:lastPrinted>2015-05-07T23:51:30Z</cp:lastPrinted>
  <dcterms:created xsi:type="dcterms:W3CDTF">2014-10-06T02:59:42Z</dcterms:created>
  <dcterms:modified xsi:type="dcterms:W3CDTF">2015-05-08T01:27:51Z</dcterms:modified>
</cp:coreProperties>
</file>