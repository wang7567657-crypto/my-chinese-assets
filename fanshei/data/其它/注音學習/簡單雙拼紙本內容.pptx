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9144000" cy="6858000" type="screen4x3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C6975-551B-4CC0-A7FC-443EC38AD65D}" type="datetimeFigureOut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971581-34DC-464C-864E-07C122B7E7E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315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2BBE-3EF7-492C-AE1F-E2AFE7E2C12E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378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12289-0B03-4496-AE70-0092C547AA8B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2991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3EDF3-24F9-40C5-AE80-5D4EDF9F8F71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87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0ECB1-2121-4315-B4BD-F02F88A4B197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46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45F8A-B466-4BFB-91AB-68142908A3F8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0600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5CB90-1BE6-48D2-92AE-B497162815EE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1598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13818-E9A8-4DF0-987C-827CAB6C52AF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4000"/>
            </a:lvl1pPr>
          </a:lstStyle>
          <a:p>
            <a:fld id="{E7DB1586-A477-43A8-B5DC-C95B62D134D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4560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68EDD-6583-4A75-9294-130F1DF9EBB0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027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D9BEF-3DB7-4B1C-BE2F-9B31BF6C92EE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687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FB12-48EC-4851-9098-C21993F93760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770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CE069-E6AE-42BC-B7B1-46EA47EE8167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7262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24F75-93D1-4B7B-B13F-5D653AF4A373}" type="datetime1">
              <a:rPr lang="zh-TW" altLang="en-US" smtClean="0"/>
              <a:t>2014/10/13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DB1586-A477-43A8-B5DC-C95B62D134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96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297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33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7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9763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365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17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574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151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333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099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19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249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148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6085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5406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188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1669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41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581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606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B1586-A477-43A8-B5DC-C95B62D134D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342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8341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050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8751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64930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25157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7572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548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5974" y="332656"/>
            <a:ext cx="11014598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440810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78606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600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88640" y="200764"/>
            <a:ext cx="11377264" cy="639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70970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3617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35484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44029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4976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586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</Words>
  <Application>Microsoft Office PowerPoint</Application>
  <PresentationFormat>如螢幕大小 (4:3)</PresentationFormat>
  <Paragraphs>21</Paragraphs>
  <Slides>37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37</vt:i4>
      </vt:variant>
    </vt:vector>
  </HeadingPairs>
  <TitlesOfParts>
    <vt:vector size="38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aday-home</dc:creator>
  <cp:lastModifiedBy>aday-laptop</cp:lastModifiedBy>
  <cp:revision>4</cp:revision>
  <dcterms:created xsi:type="dcterms:W3CDTF">2014-09-29T15:57:49Z</dcterms:created>
  <dcterms:modified xsi:type="dcterms:W3CDTF">2014-10-13T00:14:19Z</dcterms:modified>
</cp:coreProperties>
</file>