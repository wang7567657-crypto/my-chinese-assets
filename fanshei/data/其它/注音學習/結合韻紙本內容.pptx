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81813" cy="10002838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0142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0142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71435098-B3FD-437F-93BC-5A8633E49861}" type="datetimeFigureOut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50888"/>
            <a:ext cx="4997450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8182" y="4751348"/>
            <a:ext cx="5505450" cy="450127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500960"/>
            <a:ext cx="2982119" cy="500142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98102" y="9500960"/>
            <a:ext cx="2982119" cy="500142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06A4EC80-8A91-469A-8263-6E8D1F80D4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94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5C8-F890-4180-98F4-D13DE22ED1F0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22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0086-77BE-46B3-9527-F68B508AEA4F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78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0BA4-FBCE-4308-80A8-F90F0C666889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7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CD2A-F574-44E8-88E7-8DFDC56194AE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039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657D-25CD-4847-A324-6B49DC6FF86A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83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93BE-988E-4179-98E7-0EB0A60EFB81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98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37516-B181-4B99-BD48-ACA0C1A4297D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fld id="{ECDCFF22-6504-4048-986B-088C5806BE2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49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D0CF-F44B-457E-92CD-4E7DC04A5075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69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C7F4-D42B-478E-A003-6E0492647FB3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695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098B-E21C-4724-958C-A13A6CCF7BCD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42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4152-CAE8-465C-9A0D-EB65E1E88D3F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115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04694-328C-4DFC-B9C5-9017AFD520BE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CFF22-6504-4048-986B-088C5806BE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28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76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5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9039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13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09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783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98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790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3906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661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764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10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473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603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477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189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631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8027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685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021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158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CFF22-6504-4048-986B-088C5806BE2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481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</Words>
  <Application>Microsoft Office PowerPoint</Application>
  <PresentationFormat>如螢幕大小 (4:3)</PresentationFormat>
  <Paragraphs>22</Paragraphs>
  <Slides>22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3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aday-laptop</dc:creator>
  <cp:lastModifiedBy>aday aday</cp:lastModifiedBy>
  <cp:revision>2</cp:revision>
  <cp:lastPrinted>2015-05-08T01:24:44Z</cp:lastPrinted>
  <dcterms:created xsi:type="dcterms:W3CDTF">2014-10-06T02:56:06Z</dcterms:created>
  <dcterms:modified xsi:type="dcterms:W3CDTF">2015-05-08T01:27:41Z</dcterms:modified>
</cp:coreProperties>
</file>