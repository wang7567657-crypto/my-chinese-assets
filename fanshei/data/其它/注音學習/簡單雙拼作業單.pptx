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6858000" type="screen4x3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D6EA-2826-4C7C-984E-A819869DCC56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5509B-614E-4E7C-901C-481BA9C2D1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788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99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19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3375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20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696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4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23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67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72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19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2591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23A0F-D41B-489D-B90C-65DE5A92D7F7}" type="datetimeFigureOut">
              <a:rPr lang="zh-TW" altLang="en-US" smtClean="0"/>
              <a:t>2023/10/31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rgbClr val="FF0000"/>
                </a:solidFill>
              </a:defRPr>
            </a:lvl1pPr>
          </a:lstStyle>
          <a:p>
            <a:fld id="{F07C15B7-D4D8-4CE7-87E5-D047CC1474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02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046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84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853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67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253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873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49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160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2064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9747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66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18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930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3099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542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595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6515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0742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0014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432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9492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4998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5893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6900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964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5056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42179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9173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5931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067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6600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0671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0301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5049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5123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0852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638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如螢幕大小 (4:3)</PresentationFormat>
  <Paragraphs>0</Paragraphs>
  <Slides>37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aday-laptop</dc:creator>
  <cp:lastModifiedBy>東甫 陳</cp:lastModifiedBy>
  <cp:revision>3</cp:revision>
  <dcterms:created xsi:type="dcterms:W3CDTF">2014-10-06T02:51:37Z</dcterms:created>
  <dcterms:modified xsi:type="dcterms:W3CDTF">2023-10-31T05:04:00Z</dcterms:modified>
</cp:coreProperties>
</file>